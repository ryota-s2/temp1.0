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0" autoAdjust="0"/>
    <p:restoredTop sz="94660"/>
  </p:normalViewPr>
  <p:slideViewPr>
    <p:cSldViewPr snapToGrid="0">
      <p:cViewPr varScale="1">
        <p:scale>
          <a:sx n="46" d="100"/>
          <a:sy n="46" d="100"/>
        </p:scale>
        <p:origin x="5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5AABCC-921C-C703-D520-ADD242003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770D39-6C50-3D6B-FA06-46A622FF7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0653DE-52FD-C166-9961-8BEDC7321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7C4E2-080F-4B1C-A9FE-FD18F33E531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ECDEF7-BD19-BC49-57EB-5F0777B3A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658EE1-8565-FADE-0ECC-CBB41ACA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60BA1-C988-4684-A580-6C01171C1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456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9CE3F9-D9A2-7D30-E4A0-D6887D469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BB534C-7F20-FB0C-5D04-7B3FA5B2B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DE2588-38B8-A089-2EAE-0C184BB1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7C4E2-080F-4B1C-A9FE-FD18F33E531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8A47AD-3971-7202-E33D-12141AB7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F9A93E-672D-575D-BCEB-F8526488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60BA1-C988-4684-A580-6C01171C1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436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676BD2-6363-BF3E-429A-9E9767869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EB3ED0-8B15-83A6-7551-F846FF5A2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9C0568-372F-59F6-67A8-C9772135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7C4E2-080F-4B1C-A9FE-FD18F33E531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E5114C-D893-19D1-E62D-0B9DFB440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F519F3-C92B-966F-E57F-58C724C1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60BA1-C988-4684-A580-6C01171C1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01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DAE0C-E2AD-CFBE-679B-B73CDFAF3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2B18D2-6D4F-0038-1573-7086CE499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C836A9-C74B-9D1A-BE6C-5115D260F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005D4A-353B-1A96-017C-80CCE3363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7C4E2-080F-4B1C-A9FE-FD18F33E531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8D5505-5139-D677-DFED-9BAC3F05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68FA2C-D4AC-D375-C48C-C83319FA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60BA1-C988-4684-A580-6C01171C1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5794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C46818-15BD-056E-27B9-C6D3E49F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6ED9112-9197-917D-8ADF-ADBBE5051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ACEECEB-4013-0C8B-EC0A-5E564ECBE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8BE15CB-F0F5-CD26-9512-D3F181FFD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CB16CB4-6E3E-585F-8321-17861DDA6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1ACF86-AA3B-F992-90CF-50041C2F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7C4E2-080F-4B1C-A9FE-FD18F33E531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59A83E9-2660-8D8C-2DAE-651D0B72F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ACA6FC7-A1AF-37C5-2D6E-28BB2544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60BA1-C988-4684-A580-6C01171C1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583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E4F119-09DA-418D-656B-7D920462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B8A2B9E-C5A8-AB7F-34DC-C28BD7F36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7C4E2-080F-4B1C-A9FE-FD18F33E531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B459C2-063E-096A-2210-9C9A0DDB4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7F00966-3A07-38ED-A7A8-0C561F77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60BA1-C988-4684-A580-6C01171C1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824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2A83E28-F3EA-7982-4447-9741AAB4A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7C4E2-080F-4B1C-A9FE-FD18F33E531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0883B12-433F-94C2-A6D5-DCB692625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36B431-0CD8-E62B-2CC8-ABFC4936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60BA1-C988-4684-A580-6C01171C1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326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7606E6-7ECB-92F0-3E1A-252E38FF2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4E2B1B-838D-74D1-7F6A-55FC9B316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A22251D-09D6-24F9-2394-C84494B06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D90788-C354-1C87-6786-A4CFCF849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7C4E2-080F-4B1C-A9FE-FD18F33E531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F77D9E-10B1-AC5A-EF90-C29A5C89C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FF5CC7-6966-62F2-3C9E-402018CC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60BA1-C988-4684-A580-6C01171C1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62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D4EF71-0E0B-6831-02D8-68E26DAEC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C11FF4C-97E6-DA96-83D2-9A5B8F96B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56485F-F509-695C-373F-1F73732CB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B1F08D-F557-4575-F9E0-BFF5CC92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7C4E2-080F-4B1C-A9FE-FD18F33E531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C57F61-29B8-B7CE-3154-E91873475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023B86-F673-7809-62CC-048B4321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60BA1-C988-4684-A580-6C01171C1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947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3E357E-C963-96C3-80F2-287923B67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AF80CB-A8B5-679D-4C88-52AF857C8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9E7696-B674-8C08-FFB2-093299A29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7C4E2-080F-4B1C-A9FE-FD18F33E531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541161-08D4-44BA-6778-A5A5E6ABD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FE7B18-6BEC-6EC3-1986-FC494742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60BA1-C988-4684-A580-6C01171C1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4764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BAF2827-C903-6C55-4F19-4DF064E22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8A0861-6231-5CBE-62A1-8834D2AD5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C86162-1977-34BE-C132-79CC1148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7C4E2-080F-4B1C-A9FE-FD18F33E531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F3013B-EC52-ADC1-5670-2B337015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A02EA3-0637-47F1-E21D-F49B0DB0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60BA1-C988-4684-A580-6C01171C1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465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D6FC31A-0CF3-DE13-893B-76CD7543B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941C75-CCEC-AE33-779D-DF586CE12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303E1A-FABC-D6A9-249D-9F07C07D6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7C4E2-080F-4B1C-A9FE-FD18F33E531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57DAC3-22B1-0A8B-FD41-73546E93B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D58293-1718-6280-438C-848FCF26D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60BA1-C988-4684-A580-6C01171C1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938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824018-C6A3-452B-E13B-CEEDAB3E2F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E815A34-DB0B-4B87-E02E-38F46FC019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12271107 </a:t>
            </a:r>
            <a:r>
              <a:rPr kumimoji="1" lang="ja-JP" altLang="en-US" dirty="0"/>
              <a:t>新開亮太</a:t>
            </a:r>
          </a:p>
        </p:txBody>
      </p:sp>
    </p:spTree>
    <p:extLst>
      <p:ext uri="{BB962C8B-B14F-4D97-AF65-F5344CB8AC3E}">
        <p14:creationId xmlns:p14="http://schemas.microsoft.com/office/powerpoint/2010/main" val="3613852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D05EB5-55C8-996F-D8D4-2BD9B36F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背景１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C9C8DF-88D9-3008-3C2D-17E4943FC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280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EED83B-B845-9ACA-DC77-7CA051698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問題と目的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8E053E-6383-24AE-EB8D-74C106ACB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75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C9F5AA-4310-B1E5-809B-E2943B26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手法１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4D8D3E-6B44-CD79-311F-E9A0D3AF9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852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6278BA-0B26-1F4C-67CB-CF37CA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手法２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CA78B3-6152-0178-3FE0-0A0043EE7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06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BC4FA0-2F74-89C7-9EFE-4278B7A6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結果１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243B64-FC4D-1E19-8A6B-6B64AD4DD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10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96A416-EC94-AB75-0448-BE348320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結果２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D9F6EB-E0D6-5B89-069B-D871D38DF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216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874D60-2B1A-1EC7-529D-C8189748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2EDC84-8CDF-13F3-7126-4FC5D5CE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3606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ワイド画面</PresentationFormat>
  <Paragraphs>8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背景１</vt:lpstr>
      <vt:lpstr>問題と目的</vt:lpstr>
      <vt:lpstr>手法１</vt:lpstr>
      <vt:lpstr>手法２</vt:lpstr>
      <vt:lpstr>結果１</vt:lpstr>
      <vt:lpstr>結果２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新開　亮太</dc:creator>
  <cp:lastModifiedBy>新開　亮太</cp:lastModifiedBy>
  <cp:revision>1</cp:revision>
  <dcterms:created xsi:type="dcterms:W3CDTF">2025-12-05T02:07:08Z</dcterms:created>
  <dcterms:modified xsi:type="dcterms:W3CDTF">2025-12-05T02:07:36Z</dcterms:modified>
</cp:coreProperties>
</file>